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97"/>
    <p:restoredTop sz="94720"/>
  </p:normalViewPr>
  <p:slideViewPr>
    <p:cSldViewPr snapToGrid="0" snapToObjects="1">
      <p:cViewPr varScale="1">
        <p:scale>
          <a:sx n="102" d="100"/>
          <a:sy n="102" d="100"/>
        </p:scale>
        <p:origin x="11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3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7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7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4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8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9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4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0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6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0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07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6/13/23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0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E54A2A-DF49-4800-82E7-3AF9353F8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125ED7-F0CF-40D9-8C60-51E18805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6B447-723F-B5BA-D2DC-0FEBABF068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7917" b="172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E78D58-07BF-7940-90BE-1D3F76B51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146" y="1077626"/>
            <a:ext cx="9958754" cy="3317443"/>
          </a:xfrm>
        </p:spPr>
        <p:txBody>
          <a:bodyPr anchor="t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DATABASE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96329-BFB0-C643-AAFB-82BDFED9D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72000"/>
            <a:ext cx="9257512" cy="1263047"/>
          </a:xfrm>
        </p:spPr>
        <p:txBody>
          <a:bodyPr anchor="b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6934"/>
            <a:ext cx="804195" cy="0"/>
          </a:xfrm>
          <a:prstGeom prst="line">
            <a:avLst/>
          </a:prstGeom>
          <a:ln w="1238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586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EA30D4-53C0-194C-8BA4-BFABFD880FBD}"/>
              </a:ext>
            </a:extLst>
          </p:cNvPr>
          <p:cNvSpPr/>
          <p:nvPr/>
        </p:nvSpPr>
        <p:spPr>
          <a:xfrm>
            <a:off x="175363" y="1390388"/>
            <a:ext cx="1926921" cy="926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Database (Lab Provider)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4F8EA-4F71-F948-8489-7B0D06D6AD85}"/>
              </a:ext>
            </a:extLst>
          </p:cNvPr>
          <p:cNvSpPr/>
          <p:nvPr/>
        </p:nvSpPr>
        <p:spPr>
          <a:xfrm>
            <a:off x="9985331" y="1390387"/>
            <a:ext cx="1926921" cy="926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Database (Lab User)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D8B847-89D9-F64F-A741-D225C80937E8}"/>
              </a:ext>
            </a:extLst>
          </p:cNvPr>
          <p:cNvSpPr/>
          <p:nvPr/>
        </p:nvSpPr>
        <p:spPr>
          <a:xfrm>
            <a:off x="3853840" y="5520846"/>
            <a:ext cx="2033392" cy="964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OrdersDatabase</a:t>
            </a:r>
            <a:endParaRPr lang="en-US" dirty="0"/>
          </a:p>
          <a:p>
            <a:pPr algn="ctr"/>
            <a:r>
              <a:rPr lang="en-US" dirty="0"/>
              <a:t>Placed by the client and 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41447-0D48-974D-8113-029FC38CB956}"/>
              </a:ext>
            </a:extLst>
          </p:cNvPr>
          <p:cNvSpPr txBox="1"/>
          <p:nvPr/>
        </p:nvSpPr>
        <p:spPr>
          <a:xfrm>
            <a:off x="4484318" y="162838"/>
            <a:ext cx="29185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Client and users talk to each other through email and come to an agreement 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Client first places the order, which shows up on user dashboard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User then completes the form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Client pays for the amount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payment endpoint then subsequently deletes the </a:t>
            </a:r>
            <a:r>
              <a:rPr lang="en-US" dirty="0" err="1"/>
              <a:t>order_database_form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F6269-4356-BD46-BC18-F2F76CD95FEE}"/>
              </a:ext>
            </a:extLst>
          </p:cNvPr>
          <p:cNvSpPr txBox="1"/>
          <p:nvPr/>
        </p:nvSpPr>
        <p:spPr>
          <a:xfrm>
            <a:off x="630475" y="3429000"/>
            <a:ext cx="29436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App.post</a:t>
            </a:r>
            <a:r>
              <a:rPr lang="en-US" dirty="0"/>
              <a:t>(</a:t>
            </a:r>
            <a:r>
              <a:rPr lang="en-US" dirty="0" err="1"/>
              <a:t>createorder</a:t>
            </a:r>
            <a:r>
              <a:rPr lang="en-US" dirty="0"/>
              <a:t>)  {</a:t>
            </a:r>
          </a:p>
          <a:p>
            <a:r>
              <a:rPr lang="en-US" dirty="0" err="1"/>
              <a:t>Jsonbody</a:t>
            </a:r>
            <a:r>
              <a:rPr lang="en-US" dirty="0"/>
              <a:t>{</a:t>
            </a:r>
          </a:p>
          <a:p>
            <a:r>
              <a:rPr lang="en-US" dirty="0" err="1"/>
              <a:t>ucid_user</a:t>
            </a:r>
            <a:r>
              <a:rPr lang="en-US" dirty="0"/>
              <a:t>,</a:t>
            </a:r>
          </a:p>
          <a:p>
            <a:r>
              <a:rPr lang="en-US" dirty="0" err="1"/>
              <a:t>price_user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E18DB7-2BF1-684D-87F1-FDFD56145AD2}"/>
              </a:ext>
            </a:extLst>
          </p:cNvPr>
          <p:cNvSpPr txBox="1"/>
          <p:nvPr/>
        </p:nvSpPr>
        <p:spPr>
          <a:xfrm>
            <a:off x="8617908" y="3230671"/>
            <a:ext cx="29436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App.post</a:t>
            </a:r>
            <a:r>
              <a:rPr lang="en-US" dirty="0"/>
              <a:t>(</a:t>
            </a:r>
            <a:r>
              <a:rPr lang="en-US" dirty="0" err="1"/>
              <a:t>createorder</a:t>
            </a:r>
            <a:r>
              <a:rPr lang="en-US" dirty="0"/>
              <a:t>)  {</a:t>
            </a:r>
          </a:p>
          <a:p>
            <a:r>
              <a:rPr lang="en-US" dirty="0" err="1"/>
              <a:t>Jsonbody</a:t>
            </a:r>
            <a:r>
              <a:rPr lang="en-US" dirty="0"/>
              <a:t>{</a:t>
            </a:r>
          </a:p>
          <a:p>
            <a:r>
              <a:rPr lang="en-US" dirty="0" err="1"/>
              <a:t>Ucid_client</a:t>
            </a:r>
            <a:r>
              <a:rPr lang="en-US" dirty="0"/>
              <a:t>,</a:t>
            </a:r>
          </a:p>
          <a:p>
            <a:r>
              <a:rPr lang="en-US" dirty="0" err="1"/>
              <a:t>Description_client</a:t>
            </a:r>
            <a:r>
              <a:rPr lang="en-US" dirty="0"/>
              <a:t>,</a:t>
            </a:r>
          </a:p>
          <a:p>
            <a:r>
              <a:rPr lang="en-US" dirty="0" err="1"/>
              <a:t>Tokens_client</a:t>
            </a:r>
            <a:r>
              <a:rPr lang="en-US" dirty="0"/>
              <a:t>,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A3FB86-BB82-5F41-A87D-4C70D3ADBCA0}"/>
              </a:ext>
            </a:extLst>
          </p:cNvPr>
          <p:cNvSpPr txBox="1"/>
          <p:nvPr/>
        </p:nvSpPr>
        <p:spPr>
          <a:xfrm>
            <a:off x="5931073" y="5020094"/>
            <a:ext cx="2943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Fields:</a:t>
            </a:r>
          </a:p>
          <a:p>
            <a:r>
              <a:rPr lang="en-US" dirty="0" err="1"/>
              <a:t>Ucid_client</a:t>
            </a:r>
            <a:r>
              <a:rPr lang="en-US" dirty="0"/>
              <a:t>,</a:t>
            </a:r>
          </a:p>
          <a:p>
            <a:r>
              <a:rPr lang="en-US" dirty="0" err="1"/>
              <a:t>Description_client</a:t>
            </a:r>
            <a:r>
              <a:rPr lang="en-US" dirty="0"/>
              <a:t>,</a:t>
            </a:r>
          </a:p>
          <a:p>
            <a:r>
              <a:rPr lang="en-US" dirty="0" err="1"/>
              <a:t>Tokens_client</a:t>
            </a:r>
            <a:r>
              <a:rPr lang="en-US" dirty="0"/>
              <a:t>,</a:t>
            </a:r>
          </a:p>
          <a:p>
            <a:r>
              <a:rPr lang="en-US" dirty="0" err="1"/>
              <a:t>ucid_user</a:t>
            </a:r>
            <a:r>
              <a:rPr lang="en-US" dirty="0"/>
              <a:t>,</a:t>
            </a:r>
          </a:p>
          <a:p>
            <a:r>
              <a:rPr lang="en-US" dirty="0" err="1"/>
              <a:t>price_user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DCF146A6-B892-D24E-9AB4-B4C7A2E4F6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63242" y="3025542"/>
            <a:ext cx="2091846" cy="2645080"/>
          </a:xfrm>
          <a:prstGeom prst="curvedConnector4">
            <a:avLst>
              <a:gd name="adj1" fmla="val -10928"/>
              <a:gd name="adj2" fmla="val 778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E10D9652-8A6B-D14A-B2A2-911DB19DB3BF}"/>
              </a:ext>
            </a:extLst>
          </p:cNvPr>
          <p:cNvCxnSpPr>
            <a:stCxn id="11" idx="0"/>
          </p:cNvCxnSpPr>
          <p:nvPr/>
        </p:nvCxnSpPr>
        <p:spPr>
          <a:xfrm rot="16200000" flipH="1" flipV="1">
            <a:off x="7730636" y="2902915"/>
            <a:ext cx="2031325" cy="2686836"/>
          </a:xfrm>
          <a:prstGeom prst="curvedConnector4">
            <a:avLst>
              <a:gd name="adj1" fmla="val -11254"/>
              <a:gd name="adj2" fmla="val 77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28892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DarkSeedRightStep">
      <a:dk1>
        <a:srgbClr val="000000"/>
      </a:dk1>
      <a:lt1>
        <a:srgbClr val="FFFFFF"/>
      </a:lt1>
      <a:dk2>
        <a:srgbClr val="1B3022"/>
      </a:dk2>
      <a:lt2>
        <a:srgbClr val="F3F0F2"/>
      </a:lt2>
      <a:accent1>
        <a:srgbClr val="47B56B"/>
      </a:accent1>
      <a:accent2>
        <a:srgbClr val="3BB192"/>
      </a:accent2>
      <a:accent3>
        <a:srgbClr val="4CAFC1"/>
      </a:accent3>
      <a:accent4>
        <a:srgbClr val="3B6DB1"/>
      </a:accent4>
      <a:accent5>
        <a:srgbClr val="4D4EC3"/>
      </a:accent5>
      <a:accent6>
        <a:srgbClr val="6E3FB3"/>
      </a:accent6>
      <a:hlink>
        <a:srgbClr val="9B8933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129</Words>
  <Application>Microsoft Macintosh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BjornVTI</vt:lpstr>
      <vt:lpstr>DATABASE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Algorithm </dc:title>
  <dc:creator>Muhammad Sohail</dc:creator>
  <cp:lastModifiedBy>Muhammad Sohail</cp:lastModifiedBy>
  <cp:revision>3</cp:revision>
  <dcterms:created xsi:type="dcterms:W3CDTF">2023-05-30T15:39:37Z</dcterms:created>
  <dcterms:modified xsi:type="dcterms:W3CDTF">2023-06-13T05:04:25Z</dcterms:modified>
</cp:coreProperties>
</file>